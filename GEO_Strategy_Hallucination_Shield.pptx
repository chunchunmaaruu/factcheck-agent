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1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PRODUCT STRATEGY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Shield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Protecting brand truth in the age of generative search.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1828800" cy="0"/>
          </a:xfrm>
          <a:prstGeom prst="line">
            <a:avLst/>
          </a:prstGeom>
          <a:noFill/>
          <a:ln w="25400">
            <a:solidFill>
              <a:srgbClr val="21B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new feature for the GEO platform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Submitted for the CogCulture PM Trainee Assessment, Part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The State of AI 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is no longer a list of links.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sentence written by a model.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9748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269748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468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45B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38404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chatbot sessions globally per month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2103120"/>
            <a:ext cx="269748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19272" y="2103120"/>
            <a:ext cx="269748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2468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56432" y="38404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Zero-click rate on Google AI Mode searches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2103120"/>
            <a:ext cx="269748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2103120"/>
            <a:ext cx="2697480" cy="91440"/>
          </a:xfrm>
          <a:prstGeom prst="rect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468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1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18504" y="38404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ChatGPT share of AI search market (Jan 2026)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43416" y="2103120"/>
            <a:ext cx="269748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43416" y="2103120"/>
            <a:ext cx="269748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0576" y="24688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9180576" y="38404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cited domains in AI answers change month-to-month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Sources: Similarweb, Graphite (Mar 2026); Digital Applied (Apr 2026); BrightEdge (2026); sedestral.com (Jan 2026).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Brand visibility on LLMs is now a measurable, manageable, monetizable asset. GEO is the discipline that manages it.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Shield  |  GEO Strategy Deck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The Problem GEO Tools Solve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can't see, measure, or fix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describe them.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0"/>
            <a:ext cx="91440" cy="3840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23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Invisibility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Brands have no idea which prompts surface them, on which models, with what frequency. The model is a black box and the dashboard is missing.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194560"/>
            <a:ext cx="91440" cy="3840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423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35204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40–60% of cited domains change every month. A brand cited today in ChatGPT may disappear tomorrow — and there's no alert for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19456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194560"/>
            <a:ext cx="91440" cy="3840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423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Misrepresentation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Models hallucinate stats, invent product features, and quote outdated pricing. Brands have no automated way to detect or correct 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focuses on problem #3 — the one current GEO tools handle weakest.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Shield  |  GEO Strategy Deck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The 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players, one missing capability.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1554480"/>
                <a:gridCol w="274320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Tool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Positioning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Pricing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Strength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Gap on Hallucination Detection</a:t>
                      </a:r>
                      <a:endParaRPr lang="en-US" sz="13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Profound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Enterprise GEO platform; Fortune 1000 focus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$99 / $399 / Custom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Deep analytics, agent tracking, MCP, broad model coverage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Tracks citations, not accuracy of claims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Peec AI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European SMB monitoring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~€85 / $89+ / mo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Clean Yes/No visibility, prompt suggestion engine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No content-level verification layer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AthenaHQ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Automated content engine for GEO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Mid-market / custom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Velocity — 45% answer-share lift in 30-day tests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Optimizes for citation, not for truth correction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Scrunch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AEO/GEO monitoring + brand voice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Mid-market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Strong on brand-tone analysis across LLMs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Surfaces mentions, doesn't flag factual errors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5486400"/>
            <a:ext cx="91440" cy="777240"/>
          </a:xfrm>
          <a:prstGeom prst="rect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5321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measures presence. None measures truth. That gap is our opportunity.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Shield  |  GEO Strategy Deck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1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The White-Space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Hallucination Shield.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continuous truth-monitoring layer that detects when an LLM misrepresents your brand — and lets you correct the record at the source.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00" cy="3200400"/>
          </a:xfrm>
          <a:prstGeom prst="rect">
            <a:avLst/>
          </a:prstGeom>
          <a:solidFill>
            <a:srgbClr val="152D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Continuously scans your brand's appearance in ChatGPT, Gemini, Perplexity, Claude. Flags any factual statement (stats, dates, features, pricing) made about you.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3017520"/>
            <a:ext cx="3657600" cy="3200400"/>
          </a:xfrm>
          <a:prstGeom prst="rect">
            <a:avLst/>
          </a:prstGeom>
          <a:solidFill>
            <a:srgbClr val="152D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4663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Cross-references each LLM claim against your official source-of-truth: website, press releases, product pages, public filings.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3017520"/>
            <a:ext cx="3657600" cy="3200400"/>
          </a:xfrm>
          <a:prstGeom prst="rect">
            <a:avLst/>
          </a:prstGeom>
          <a:solidFill>
            <a:srgbClr val="152D4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12480" y="4663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Auto-drafts correction actions — updates to your website, structured-data fixes, PR outreach, schema markup — that nudge models back to the truth.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Shield  |  GEO Strategy Deck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How Hallucination Shield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correction in five automated steps.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10312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01168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Bank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4747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 500+ branded + category prompts daily on 6 LLMs.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35204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1828800"/>
            <a:ext cx="210312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01168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3464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34747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NLP parses model output into individual factual claims about your brand.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5204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1828800"/>
            <a:ext cx="210312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011680"/>
            <a:ext cx="548640" cy="548640"/>
          </a:xfrm>
          <a:prstGeom prst="ellipse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064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Match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34747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Cross-check each claim against your verified source-of-truth knowledge graph.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0" y="35204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1828800"/>
            <a:ext cx="210312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01168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0664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52360" y="34747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Tag each claim: Accurate, Outdated, Hallucinated, or Disputed.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18320" y="35204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1828800"/>
            <a:ext cx="210312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78440" y="201168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78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9264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Queue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38360" y="34747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Auto-drafted fixes: web copy edits, schema updates, PR outreach.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6052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Output: A real-time "Truth Dashboard" that scores brand factual accuracy across LLMs — and an action queue your team can clear weekly.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Shield  |  GEO Strategy Deck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The Truth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on day one.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64208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64208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664208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600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hallucination-shield.geo / acme-corp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 Truth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210312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 100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▲ 4 pts vs. last week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10312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2103120"/>
            <a:ext cx="7315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Claims tracked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29768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across 6 LLMs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10312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103120"/>
            <a:ext cx="7315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Hallucinations found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76656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210312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210312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Corrections actioned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3544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23544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queued + 6 done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CLAIM FEED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4069080"/>
            <a:ext cx="10698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069080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1168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"Acme Corp has 50 employees"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Real: 320 employees (LinkedIn, Q1 2026)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241280" y="4187952"/>
            <a:ext cx="10972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0" y="4187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4709160"/>
            <a:ext cx="73152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754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1168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"Acme's flagship product launched in 2020"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4754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Real: launched March 2023 (press release)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241280" y="4828032"/>
            <a:ext cx="109728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1280" y="4828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5349240"/>
            <a:ext cx="10698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0" y="5349240"/>
            <a:ext cx="7315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5394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011680" y="5394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"Acme is headquartered in Bangalore, India"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58000" y="5394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Matches official source-of-truth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241280" y="5468112"/>
            <a:ext cx="10972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41280" y="54681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Shield  |  GEO Strategy Deck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Feature Comparison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Hallucination Shield stacks up.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Capability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Our Feature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B5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Profound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Peec AI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AthenaHQ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Scrunch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Citation tracking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Multi-LLM coverage (5+ models)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59E0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◐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Claim-level extraction from LLM output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Source-of-truth knowledge graph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Hallucination / accuracy verdicts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59E0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◐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Auto-drafted correction actions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59E0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◐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Brand Truth Score</a:t>
                      </a:r>
                      <a:endParaRPr lang="en-US" sz="12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0B98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●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BD5E1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○</a:t>
                      </a:r>
                      <a:endParaRPr lang="en-US" sz="1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●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Full  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◐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Partial   </a:t>
            </a:r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○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None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852160"/>
            <a:ext cx="91440" cy="502920"/>
          </a:xfrm>
          <a:prstGeom prst="rect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8795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5% better on a feature competitors have — we own three rows nobody else has.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Shield  |  GEO Strategy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Short-Term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90 days: prove the wedge.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36576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claim-extraction pipeline (NLP + Gemini/GPT-4 for entity-level parsing)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 up source-of-truth ingestion (website crawler, RSS, press releases)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Internal alpha: 5 design-partner brands (free pilot)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645920"/>
            <a:ext cx="36576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Truth Dashboard MVP — 3 LLMs (ChatGPT, Gemini, Perplexity)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Brand Truth Score v1 with weekly reports + Slack alerts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Onboard 20 paid beta customers at 50% discount; tight feedback loop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645920"/>
            <a:ext cx="3657600" cy="640080"/>
          </a:xfrm>
          <a:prstGeom prst="rect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 Claude + Copilot; expand to 6-LLM coverage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Ship auto-correction action queue (web copy + schema markup)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Product Hunt + paid pricing tiers; case studies from beta cohort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0167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90-day target: 50 paying customers · $25K MRR · Brand Truth Score adoption by 3 Fortune 500 brands.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Shield  |  GEO Strategy Deck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Long-Term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vision: from feature to category.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12471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3035808"/>
            <a:ext cx="228600" cy="228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237744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61188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core product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6-LLM coverage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paying customers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$25K MRR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3035808"/>
            <a:ext cx="228600" cy="228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3474720"/>
            <a:ext cx="237744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361188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 YouTube AI + Bing Copilot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for agencies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Multi-language (5 locales)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$120K MRR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60920" y="3035808"/>
            <a:ext cx="228600" cy="228600"/>
          </a:xfrm>
          <a:prstGeom prst="ellipse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9224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474720"/>
            <a:ext cx="237744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61188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Salesforce / HubSpot CRM connectors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PR-tool integrations (Cision)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200 customers · $350K MRR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95560" y="3035808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1554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32688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0" y="3474720"/>
            <a:ext cx="237744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361188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tier with SOC 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Agency white-label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AI-agent action APIs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$800K+ MRR target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0167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12-month vision: be the default "Truth Layer" every brand consults before publishing — the way Google Analytics became the default for web visibility.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Shield  |  GEO Strategy Deck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Monetization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SaaS, anchored to brands tracked + claims verified.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4320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 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SMB marketers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3291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brand tracked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LLMs (ChatGPT, Gemini, Perplexity)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200 claims/mo verified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Weekly email report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 action queue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657600" cy="4526280"/>
          </a:xfrm>
          <a:prstGeom prst="rect">
            <a:avLst/>
          </a:prstGeom>
          <a:solidFill>
            <a:srgbClr val="FFFFFF"/>
          </a:solidFill>
          <a:ln w="38100">
            <a:solidFill>
              <a:srgbClr val="21B5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417320"/>
            <a:ext cx="3657600" cy="457200"/>
          </a:xfrm>
          <a:prstGeom prst="rect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490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  ★ MOST POPULAR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$599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8368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 mo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marketing teams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320040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brands tracked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LLMs (all majors)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2,000 claims/mo verified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Daily alerts + Slack integration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Auto-correction drafts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Multi-user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64592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45920"/>
            <a:ext cx="365760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2194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1042416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$4K/mo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1000, agencies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3429000"/>
            <a:ext cx="3291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brands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LLMs + early access to new models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claim verification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 + CRM integrations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Dedicated CSM + SOC 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White-label for agencies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0533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Add-ons: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Extra LLMs ($50/mo each)  •  PR integrations ($200/mo)  •  Agency white-label (15% rev share)  •  Annual prepay –20%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Shield  |  GEO Strategy Deck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1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Hallucination Shield wins.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411480" cy="411480"/>
          </a:xfrm>
          <a:prstGeom prst="ellipse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urgent pain.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40–60% of LLM citations turn over monthly. Brands are flying blind through the most consequential platform shift since mobile.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wedge.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4023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competitor measures presence. We measure truth — a capability that requires a knowledge graph, not a scraper. Hard to copy in a quarter.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800600"/>
            <a:ext cx="411480" cy="411480"/>
          </a:xfrm>
          <a:prstGeom prst="ellipse">
            <a:avLst/>
          </a:prstGeom>
          <a:solidFill>
            <a:srgbClr val="21B5C9"/>
          </a:solidFill>
          <a:ln w="12700">
            <a:solidFill>
              <a:srgbClr val="21B5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path to revenue.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5257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Anchored pricing tied to brands × claims. $25K MRR in 90 days; $800K+ MRR in 12 months. Add-ons + agencies extend the curve.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1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Submitted for the CogCulture PM Trainee Assessment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Product Strategy — Hallucination Shield</dc:title>
  <dc:subject>PptxGenJS Presentation</dc:subject>
  <dc:creator>PM Trainee Candidate</dc:creator>
  <cp:lastModifiedBy>PM Trainee Candidate</cp:lastModifiedBy>
  <cp:revision>1</cp:revision>
  <dcterms:created xsi:type="dcterms:W3CDTF">2026-05-25T18:07:45Z</dcterms:created>
  <dcterms:modified xsi:type="dcterms:W3CDTF">2026-05-25T18:07:45Z</dcterms:modified>
</cp:coreProperties>
</file>